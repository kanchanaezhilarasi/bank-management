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MANAGEMENT SYSTEM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Project in Oracle SQL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4572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4343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Design  ·  DML  ·  Joins  ·  Window Functions  ·  CTEs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a Bank, End to End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6126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small banking database from scratch and uses it to practice the full range of practical SQL skills — from schema design and data integrity through to advanced querying with window functions and CTEs. Every query in the project runs against real, self-inserted sample data rather than toy examples.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20624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405079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normalized schema with correct relationships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66344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450799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data integrity through constraints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512064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496519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real business questions using SQL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223760" y="1600200"/>
            <a:ext cx="4297680" cy="4206240"/>
          </a:xfrm>
          <a:prstGeom prst="roundRect">
            <a:avLst>
              <a:gd name="adj" fmla="val 260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54380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SCALE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2331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7543800" y="3063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509760" y="2331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9509760" y="3063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PARTS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543800" y="39319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25+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7543800" y="4663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509760" y="39319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9509760" y="4663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Tables, One Bank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758952"/>
          </a:xfrm>
          <a:prstGeom prst="roundRect">
            <a:avLst>
              <a:gd name="adj" fmla="val 9639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5084"/>
            <a:ext cx="329184" cy="329184"/>
          </a:xfrm>
          <a:prstGeom prst="roundRect">
            <a:avLst>
              <a:gd name="adj" fmla="val 10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150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5506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1655064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customer_id, customer_name, phone, email, city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496312"/>
            <a:ext cx="1088136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711196"/>
            <a:ext cx="329184" cy="329184"/>
          </a:xfrm>
          <a:prstGeom prst="roundRect">
            <a:avLst>
              <a:gd name="adj" fmla="val 10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7111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55117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2551176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branch_id, branch_name, city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10881360" cy="758952"/>
          </a:xfrm>
          <a:prstGeom prst="roundRect">
            <a:avLst>
              <a:gd name="adj" fmla="val 9639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607308"/>
            <a:ext cx="329184" cy="329184"/>
          </a:xfrm>
          <a:prstGeom prst="roundRect">
            <a:avLst>
              <a:gd name="adj" fmla="val 10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6073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4472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3447288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account_id, customer_id, branch_id, account_type, balance, opening_date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288536"/>
            <a:ext cx="1088136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503420"/>
            <a:ext cx="329184" cy="329184"/>
          </a:xfrm>
          <a:prstGeom prst="roundRect">
            <a:avLst>
              <a:gd name="adj" fmla="val 100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5034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343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931920" y="4343400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employee_id, employee_name, branch_id, designation, salary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184648"/>
            <a:ext cx="10881360" cy="758952"/>
          </a:xfrm>
          <a:prstGeom prst="roundRect">
            <a:avLst>
              <a:gd name="adj" fmla="val 9639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5399532"/>
            <a:ext cx="329184" cy="329184"/>
          </a:xfrm>
          <a:prstGeom prst="roundRect">
            <a:avLst>
              <a:gd name="adj" fmla="val 100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53995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52395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BANK_TRANSACTION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3931920" y="5239512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transaction_id, account_id, transaction_type, amount, transaction_date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 &amp; Constraints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920240" y="2331720"/>
            <a:ext cx="3383280" cy="1143000"/>
          </a:xfrm>
          <a:prstGeom prst="line">
            <a:avLst/>
          </a:prstGeom>
          <a:noFill/>
          <a:ln w="25400">
            <a:solidFill>
              <a:srgbClr val="9FB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920240" y="3474720"/>
            <a:ext cx="3383280" cy="1143000"/>
          </a:xfrm>
          <a:prstGeom prst="line">
            <a:avLst/>
          </a:prstGeom>
          <a:noFill/>
          <a:ln w="25400">
            <a:solidFill>
              <a:srgbClr val="9FB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4617720"/>
            <a:ext cx="6766560" cy="9144"/>
          </a:xfrm>
          <a:prstGeom prst="line">
            <a:avLst/>
          </a:prstGeom>
          <a:noFill/>
          <a:ln w="25400">
            <a:solidFill>
              <a:srgbClr val="9FB3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5303520" y="2331720"/>
            <a:ext cx="3383280" cy="1143000"/>
          </a:xfrm>
          <a:prstGeom prst="line">
            <a:avLst/>
          </a:prstGeom>
          <a:noFill/>
          <a:ln w="25400">
            <a:solidFill>
              <a:srgbClr val="9FB3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92024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F4F6FC"/>
          </a:solidFill>
          <a:ln w="19050">
            <a:solidFill>
              <a:srgbClr val="C7D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920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20624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F4F6FC"/>
          </a:solidFill>
          <a:ln w="19050">
            <a:solidFill>
              <a:srgbClr val="C7D3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206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06240" y="306324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06240" y="3063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0" y="420624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F4F6FC"/>
          </a:solidFill>
          <a:ln w="19050">
            <a:solidFill>
              <a:srgbClr val="C7D3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0" y="4206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89520" y="192024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F4F6FC"/>
          </a:solidFill>
          <a:ln w="19050">
            <a:solidFill>
              <a:srgbClr val="C7D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1920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BANK_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623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applied throughout: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5989320"/>
            <a:ext cx="1225296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98932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185416" y="5989320"/>
            <a:ext cx="1225296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185416" y="598932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547872" y="5989320"/>
            <a:ext cx="97840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547872" y="5989320"/>
            <a:ext cx="97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5989320"/>
            <a:ext cx="813816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63440" y="5989320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14416" y="5989320"/>
            <a:ext cx="7315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614416" y="5989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83096" y="5989320"/>
            <a:ext cx="896112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83096" y="5989320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Parts, One SQL Skill 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15184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7099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EB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Creation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TABLE, constraints, ALTER TABLE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92424" y="1600200"/>
            <a:ext cx="2615184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57016" y="17099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EB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557016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&amp; Transactions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557016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UPDATE, DELETE, COMMIT, ROLLBACK, SAVEPOINT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44768" y="1600200"/>
            <a:ext cx="2615184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17099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EB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&amp; Filtering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WHERE, operators, IN, BETWEEN, LIKE, ORDER BY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897112" y="1600200"/>
            <a:ext cx="2615184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061704" y="17099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EB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061704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Functions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061704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String, numeric, date functions, CASE, NVL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749040"/>
            <a:ext cx="2615184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" y="38587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EB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4526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&amp; Grouping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4983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SUM, AVG, GROUP BY, HAVING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92424" y="3749040"/>
            <a:ext cx="2615184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557016" y="38587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EB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3557016" y="4526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3557016" y="4983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&amp; outer joins across all five tables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44768" y="3749040"/>
            <a:ext cx="2615184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09360" y="38587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EB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6309360" y="4526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6309360" y="4983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RANK, ROW_NUMBER, PARTITION BY, LAG/LEAD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897112" y="3749040"/>
            <a:ext cx="2615184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061704" y="38587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EB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9061704" y="4526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9061704" y="4983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clauses for layered, readable reports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and Verified in Oracle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08760" y="1783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17830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SQL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508760" y="2651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26517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 FK, NOT NULL, UNIQUE, CHECK, DEFAULT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3566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508760" y="3520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35204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joins, aggregates, window functions, CTEs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4434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08760" y="4389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43891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for source and documentation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77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Schema to Insight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ties together design, integrity, and analysis — a single database taken from raw CREATE TABLE statements to ranked, aggregated, multi-table reports.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251960"/>
            <a:ext cx="4572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 — full schema, sample data, and queries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2026-09-20T19:55:17Z</dcterms:created>
  <dcterms:modified xsi:type="dcterms:W3CDTF">2026-09-20T19:55:17Z</dcterms:modified>
</cp:coreProperties>
</file>